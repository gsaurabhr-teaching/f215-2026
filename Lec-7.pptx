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37" r:id="rId2"/>
    <p:sldId id="384" r:id="rId3"/>
    <p:sldId id="347" r:id="rId4"/>
    <p:sldId id="348" r:id="rId5"/>
    <p:sldId id="349" r:id="rId6"/>
    <p:sldId id="350" r:id="rId7"/>
    <p:sldId id="351" r:id="rId8"/>
    <p:sldId id="352" r:id="rId9"/>
    <p:sldId id="35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8/16/2026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Solution provided by k-maps is …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Equations for Sum and Carry of a full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6929-637B-7CFA-AEE1-5C4AEA1EDB9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Extending the 4-bit adder:</a:t>
            </a:r>
            <a:br>
              <a:rPr lang="en-US" dirty="0"/>
            </a:br>
            <a:r>
              <a:rPr lang="en-US" dirty="0"/>
              <a:t>ripple carry adders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D79AB4-7482-1CD8-C364-C71907C282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7" b="16830"/>
          <a:stretch>
            <a:fillRect/>
          </a:stretch>
        </p:blipFill>
        <p:spPr bwMode="auto">
          <a:xfrm>
            <a:off x="609600" y="1752600"/>
            <a:ext cx="7924800" cy="326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36B7F4-A408-145A-5AF4-EF836775DDE6}"/>
              </a:ext>
            </a:extLst>
          </p:cNvPr>
          <p:cNvSpPr txBox="1"/>
          <p:nvPr/>
        </p:nvSpPr>
        <p:spPr>
          <a:xfrm>
            <a:off x="838200" y="5181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long does the addition take?</a:t>
            </a:r>
          </a:p>
        </p:txBody>
      </p:sp>
    </p:spTree>
    <p:extLst>
      <p:ext uri="{BB962C8B-B14F-4D97-AF65-F5344CB8AC3E}">
        <p14:creationId xmlns:p14="http://schemas.microsoft.com/office/powerpoint/2010/main" val="23378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E9952-3FBB-7BE2-A917-4D6C5C278F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Ripple carry delays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15EF7E-43A5-0B2B-3214-AB05A08E1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810000"/>
            <a:ext cx="8229600" cy="2667000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much time does a 4-bit adder take to perform addition?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gates does the input signal have to flow through in a single FA?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In a 4-bit adder (count along the longest path)?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an n-bit adder, how many gates does the signal have to flow through?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2n + 1 (for a 64-bit adder, 129 gates!)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Assuming ~1 ns propagation delay per gate, how many 64-bit additions can you perform per second?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do modern processors carry out?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142146-81D4-35EB-3B82-440E2DFB3F6C}"/>
              </a:ext>
            </a:extLst>
          </p:cNvPr>
          <p:cNvGrpSpPr/>
          <p:nvPr/>
        </p:nvGrpSpPr>
        <p:grpSpPr>
          <a:xfrm>
            <a:off x="2362883" y="1796001"/>
            <a:ext cx="6704917" cy="1809212"/>
            <a:chOff x="2362883" y="1796001"/>
            <a:chExt cx="6704917" cy="1809212"/>
          </a:xfrm>
        </p:grpSpPr>
        <p:pic>
          <p:nvPicPr>
            <p:cNvPr id="13" name="Picture 12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FA514F2A-7AE8-0CD7-70D4-1F1E2025C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16" r="1414" b="47759"/>
            <a:stretch>
              <a:fillRect/>
            </a:stretch>
          </p:blipFill>
          <p:spPr>
            <a:xfrm>
              <a:off x="2362883" y="1828800"/>
              <a:ext cx="2285317" cy="1776413"/>
            </a:xfrm>
            <a:prstGeom prst="rect">
              <a:avLst/>
            </a:prstGeom>
          </p:spPr>
        </p:pic>
        <p:pic>
          <p:nvPicPr>
            <p:cNvPr id="15" name="Picture 14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347540B4-B388-B5E2-CC52-FF036E026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5" t="55182"/>
            <a:stretch>
              <a:fillRect/>
            </a:stretch>
          </p:blipFill>
          <p:spPr>
            <a:xfrm>
              <a:off x="4657725" y="1796001"/>
              <a:ext cx="4410075" cy="1523999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2CDAA0A-9710-39E5-0000-769C114995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9909" y="2788305"/>
              <a:ext cx="685" cy="1334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F0D277-877D-ACF3-0FC7-501B5871F12A}"/>
                </a:ext>
              </a:extLst>
            </p:cNvPr>
            <p:cNvSpPr txBox="1"/>
            <p:nvPr/>
          </p:nvSpPr>
          <p:spPr>
            <a:xfrm>
              <a:off x="6255917" y="3276391"/>
              <a:ext cx="381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</a:t>
              </a:r>
              <a:r>
                <a:rPr lang="en-US" sz="1100" b="1" baseline="-25000" dirty="0"/>
                <a:t>3</a:t>
              </a:r>
              <a:endParaRPr lang="en-IN" b="1" baseline="-25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E77B0B-DD1B-AE99-43AA-110036C98BC8}"/>
                </a:ext>
              </a:extLst>
            </p:cNvPr>
            <p:cNvSpPr txBox="1"/>
            <p:nvPr/>
          </p:nvSpPr>
          <p:spPr>
            <a:xfrm>
              <a:off x="8534400" y="3276391"/>
              <a:ext cx="381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/>
                <a:t>S</a:t>
              </a:r>
              <a:r>
                <a:rPr lang="en-US" sz="1100" b="1" baseline="-25000" dirty="0"/>
                <a:t>4</a:t>
              </a:r>
              <a:endParaRPr lang="en-IN" b="1" baseline="-25000" dirty="0"/>
            </a:p>
          </p:txBody>
        </p:sp>
      </p:grpSp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D31CC46F-36D6-226A-8B6F-CFDB7B4BA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" r="50072" b="47759"/>
          <a:stretch>
            <a:fillRect/>
          </a:stretch>
        </p:blipFill>
        <p:spPr>
          <a:xfrm>
            <a:off x="152401" y="1828800"/>
            <a:ext cx="2208774" cy="177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7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57CD-DC69-5A37-1FAC-375E7268342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Can we have faster adders?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53738D2-4681-1BC2-50DB-6E7CE94602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1"/>
          <a:stretch>
            <a:fillRect/>
          </a:stretch>
        </p:blipFill>
        <p:spPr bwMode="auto">
          <a:xfrm>
            <a:off x="762000" y="1447800"/>
            <a:ext cx="7620000" cy="4928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249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307C-66DE-4709-9B53-946AA3E1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AE7D-D0DF-1D07-D4C2-8AFB18D0D1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Can we have faster adders?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BEF4F24-8476-31A4-3ABC-62E96407A6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8" b="1116"/>
          <a:stretch>
            <a:fillRect/>
          </a:stretch>
        </p:blipFill>
        <p:spPr bwMode="auto">
          <a:xfrm>
            <a:off x="304800" y="1676400"/>
            <a:ext cx="7239000" cy="4375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624DCA3-364D-E6C7-6D35-EB4386626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7"/>
          <a:stretch>
            <a:fillRect/>
          </a:stretch>
        </p:blipFill>
        <p:spPr bwMode="auto">
          <a:xfrm>
            <a:off x="5029200" y="1905000"/>
            <a:ext cx="3846931" cy="370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832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0AFF-7D83-7643-9726-4E05F9AF7A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4-bit adder with carry lookahead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088175-9D5E-CEBC-FE9D-37CED5CB42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2338811" y="1447800"/>
            <a:ext cx="4466378" cy="50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5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6A28-EAD7-1963-F2BA-07421C6F4F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faster 4-bit adder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33E625B-F99D-EFC3-831C-03BF00FE80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" t="12452" r="9122"/>
          <a:stretch>
            <a:fillRect/>
          </a:stretch>
        </p:blipFill>
        <p:spPr bwMode="auto">
          <a:xfrm>
            <a:off x="1828800" y="1600200"/>
            <a:ext cx="5486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73DAFA-37B0-AEE2-5156-B16F622897FB}"/>
              </a:ext>
            </a:extLst>
          </p:cNvPr>
          <p:cNvSpPr txBox="1"/>
          <p:nvPr/>
        </p:nvSpPr>
        <p:spPr>
          <a:xfrm>
            <a:off x="762000" y="5791200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many 64-bit additions can this circuit perform per second?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73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2EE617-3608-CF8E-8945-8EA551187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Half subtractor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sum </a:t>
            </a:r>
            <a:r>
              <a:rPr lang="en-US" dirty="0">
                <a:sym typeface="Wingdings" panose="05000000000000000000" pitchFamily="2" charset="2"/>
              </a:rPr>
              <a:t> difference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carry  borrow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subtractor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EAD4-DD44-FCD5-9FB0-C295D8DF0E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an exclusive subtractor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A137D-7CCA-69F3-5898-09110305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7"/>
          <a:stretch>
            <a:fillRect/>
          </a:stretch>
        </p:blipFill>
        <p:spPr>
          <a:xfrm>
            <a:off x="2667000" y="1600200"/>
            <a:ext cx="2314994" cy="103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DB02BA-70A1-A000-5524-A4BB4EE18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523" y="1600200"/>
            <a:ext cx="2748720" cy="1036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CB280-98C1-4F42-5D81-93EB17AAB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644" y="1786060"/>
            <a:ext cx="981244" cy="664464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bg1">
                <a:lumMod val="85000"/>
              </a:schemeClr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1A8866-C9DD-854B-DACB-3FD02BC9A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55" y="2971800"/>
            <a:ext cx="3877290" cy="1942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683341-AE48-4EF8-AAD0-26B5C57EAD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029200"/>
            <a:ext cx="1090582" cy="1238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1516B6-2E3C-2F31-92F4-28134C7A3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4999472"/>
            <a:ext cx="1094550" cy="12909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2A11D4-7DF0-7C1D-FA26-30ADC7B800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007000"/>
            <a:ext cx="3877291" cy="4100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6568BB-F301-9571-D142-45636EE1AB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1" y="3443011"/>
            <a:ext cx="2362200" cy="3319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DC3B50-FC19-A210-97C2-CCA1E867EC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9045" y="3976754"/>
            <a:ext cx="3505200" cy="10018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A10AA3-560F-9803-23C5-4DB0D8D9F7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9045" y="5181662"/>
            <a:ext cx="3505200" cy="8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6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10985</TotalTime>
  <Words>197</Words>
  <Application>Microsoft Office PowerPoint</Application>
  <PresentationFormat>On-screen Show (4:3)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562</cp:revision>
  <dcterms:created xsi:type="dcterms:W3CDTF">2010-01-15T20:22:21Z</dcterms:created>
  <dcterms:modified xsi:type="dcterms:W3CDTF">2026-08-16T12:33:10Z</dcterms:modified>
</cp:coreProperties>
</file>